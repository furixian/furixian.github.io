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34E5D-24DD-6DAC-DD3F-4BF0AF5568AE}" v="61" dt="2025-01-08T13:17:09.613"/>
    <p1510:client id="{01D6CC64-DC16-AF40-F1E1-6A630E41C245}" v="91" dt="2025-01-08T13:39:58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8.01.2025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4Gbkqdkdt8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 descr="metin, ekran görüntüsü, yazı tipi, sayı, numara içeren bir resim&#10;&#10;Açıklama otomatik olarak oluşturuldu">
            <a:extLst>
              <a:ext uri="{FF2B5EF4-FFF2-40B4-BE49-F238E27FC236}">
                <a16:creationId xmlns:a16="http://schemas.microsoft.com/office/drawing/2014/main" id="{716B60D7-C7A3-9476-DEA9-D2B13FFD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" y="-783"/>
            <a:ext cx="12876364" cy="645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pirinç, müzik, giyim, kişi, şahıs içeren bir resim&#10;&#10;Açıklama otomatik olarak oluşturuldu">
            <a:extLst>
              <a:ext uri="{FF2B5EF4-FFF2-40B4-BE49-F238E27FC236}">
                <a16:creationId xmlns:a16="http://schemas.microsoft.com/office/drawing/2014/main" id="{6043791A-BD3E-AD51-2057-11BA2A8A6FC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t="13011" b="36279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Başlık 4">
            <a:extLst>
              <a:ext uri="{FF2B5EF4-FFF2-40B4-BE49-F238E27FC236}">
                <a16:creationId xmlns:a16="http://schemas.microsoft.com/office/drawing/2014/main" id="{76DD44BA-9D24-8C53-4D56-46FA4CBC2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tr-TR" sz="5200"/>
              <a:t>Dizzy Gillespie</a:t>
            </a:r>
          </a:p>
          <a:p>
            <a:pPr algn="l"/>
            <a:endParaRPr lang="tr-TR" sz="5200"/>
          </a:p>
        </p:txBody>
      </p:sp>
      <p:sp>
        <p:nvSpPr>
          <p:cNvPr id="6" name="Alt Başlık 5">
            <a:extLst>
              <a:ext uri="{FF2B5EF4-FFF2-40B4-BE49-F238E27FC236}">
                <a16:creationId xmlns:a16="http://schemas.microsoft.com/office/drawing/2014/main" id="{08D378C7-1920-0454-C9A0-B93D828DC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tr-TR" dirty="0"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2057947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8F9012E-1971-FD27-0013-C7A20442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endParaRPr lang="tr-TR">
              <a:solidFill>
                <a:schemeClr val="bg1"/>
              </a:solidFill>
            </a:endParaRPr>
          </a:p>
        </p:txBody>
      </p:sp>
      <p:pic>
        <p:nvPicPr>
          <p:cNvPr id="4" name="Resim 3" descr="Dizzy Gillespie - Lobero Theatre">
            <a:extLst>
              <a:ext uri="{FF2B5EF4-FFF2-40B4-BE49-F238E27FC236}">
                <a16:creationId xmlns:a16="http://schemas.microsoft.com/office/drawing/2014/main" id="{C4E8885E-622B-D4EF-C2AE-64155B8F6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3" r="16390" b="-1"/>
          <a:stretch/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BD4F1C-03FD-6DA5-C1E9-1EE7C20E5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281" y="5018"/>
            <a:ext cx="6685140" cy="58305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tr-TR" sz="3200" dirty="0">
                <a:solidFill>
                  <a:schemeClr val="bg1"/>
                </a:solidFill>
                <a:ea typeface="+mn-lt"/>
                <a:cs typeface="+mn-lt"/>
              </a:rPr>
              <a:t>Trompete virtüözlük derecesinde hakimdi; daha önce görülmemiş derecede kompleks armonik yapılar kullanarak kendi tekniğini geliştirmiştir. Beresi, eğik trompeti ve şişmiş yanaklarıyla, eski akımlara aşina dinleyicilerin çoğunlukla saldırgan bulduğu </a:t>
            </a:r>
            <a:r>
              <a:rPr lang="tr-TR" sz="3200" i="1" err="1">
                <a:solidFill>
                  <a:schemeClr val="bg1"/>
                </a:solidFill>
                <a:ea typeface="+mn-lt"/>
                <a:cs typeface="+mn-lt"/>
              </a:rPr>
              <a:t>Bebop'</a:t>
            </a:r>
            <a:r>
              <a:rPr lang="tr-TR" sz="3200" err="1">
                <a:solidFill>
                  <a:schemeClr val="bg1"/>
                </a:solidFill>
                <a:ea typeface="+mn-lt"/>
                <a:cs typeface="+mn-lt"/>
              </a:rPr>
              <a:t>un</a:t>
            </a:r>
            <a:r>
              <a:rPr lang="tr-TR" sz="3200" dirty="0">
                <a:solidFill>
                  <a:schemeClr val="bg1"/>
                </a:solidFill>
                <a:ea typeface="+mn-lt"/>
                <a:cs typeface="+mn-lt"/>
              </a:rPr>
              <a:t> popülaritesini artırdı. Kazara önemli derecede eğilmiş olan trompetinin yeni tonunu beğendiği için o şekliyle çalmaya devam etmiştir. Tekniğiyle kendisinden sonra gelen birçok trompetçi üzerinde etkili oldu.</a:t>
            </a:r>
            <a:endParaRPr lang="tr-TR" sz="3200" dirty="0">
              <a:solidFill>
                <a:schemeClr val="bg1"/>
              </a:solidFill>
            </a:endParaRP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245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4BD55ED-019C-3F1B-25A3-A64BD066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Charlie Parker</a:t>
            </a:r>
            <a:endParaRPr lang="tr-TR" dirty="0"/>
          </a:p>
        </p:txBody>
      </p:sp>
      <p:pic>
        <p:nvPicPr>
          <p:cNvPr id="6" name="İçerik Yer Tutucusu 5" descr="Charlie Parker – Craft Recordings">
            <a:extLst>
              <a:ext uri="{FF2B5EF4-FFF2-40B4-BE49-F238E27FC236}">
                <a16:creationId xmlns:a16="http://schemas.microsoft.com/office/drawing/2014/main" id="{8D50C357-0C11-D577-55CC-4A74E62E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00" r="24999" b="-1"/>
          <a:stretch/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26649CA1-0538-B5D5-C56F-9373B433E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Babası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da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müzisyen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olan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Charlie Parker,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müzikle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çocuk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yaşlarda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tanıştı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 Caz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müziğinin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dünya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tarihinde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çok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büyük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bir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isim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yapan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Charlie Parker,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ölürken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beş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parasız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ölmüştür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855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0DB3052-8F72-DD58-4955-981D14D0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İçerik Yer Tutucusu 3" descr="Charlie Parker: a genius distilled | Jazz | The Guardian">
            <a:extLst>
              <a:ext uri="{FF2B5EF4-FFF2-40B4-BE49-F238E27FC236}">
                <a16:creationId xmlns:a16="http://schemas.microsoft.com/office/drawing/2014/main" id="{546A4C19-A41A-BF66-0E90-9BC2C15E2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615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72433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6CA4C9A-CE6E-024F-308E-8DEED30A3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54" y="1360481"/>
            <a:ext cx="460534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Kenny Clarke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601C400-9754-F247-74CE-6D9A88A7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454" y="3840156"/>
            <a:ext cx="460534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bg1"/>
                </a:solidFill>
              </a:rPr>
              <a:t>Kendisi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gibi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bir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  <a:r>
              <a:rPr lang="en-US" sz="2000" dirty="0" err="1">
                <a:solidFill>
                  <a:schemeClr val="bg1"/>
                </a:solidFill>
              </a:rPr>
              <a:t>caz</a:t>
            </a:r>
            <a:r>
              <a:rPr lang="en-US" sz="2000" dirty="0">
                <a:solidFill>
                  <a:schemeClr val="bg1"/>
                </a:solidFill>
              </a:rPr>
              <a:t> </a:t>
            </a:r>
            <a:r>
              <a:rPr lang="en-US" sz="2000" dirty="0" err="1">
                <a:solidFill>
                  <a:schemeClr val="bg1"/>
                </a:solidFill>
              </a:rPr>
              <a:t>ses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yorumcusu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olan</a:t>
            </a:r>
            <a:r>
              <a:rPr lang="en-US" sz="2000" dirty="0">
                <a:solidFill>
                  <a:schemeClr val="bg1"/>
                </a:solidFill>
              </a:rPr>
              <a:t> Carmen Mc Rae </a:t>
            </a:r>
            <a:r>
              <a:rPr lang="en-US" sz="2000" dirty="0" err="1">
                <a:solidFill>
                  <a:schemeClr val="bg1"/>
                </a:solidFill>
              </a:rPr>
              <a:t>ile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evlendi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Resim 3" descr="Kenny Clarke | National Endowment for the Arts">
            <a:extLst>
              <a:ext uri="{FF2B5EF4-FFF2-40B4-BE49-F238E27FC236}">
                <a16:creationId xmlns:a16="http://schemas.microsoft.com/office/drawing/2014/main" id="{C7972A29-2130-2EAE-9D6B-CBF5261890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0364" r="2" b="2"/>
          <a:stretch/>
        </p:blipFill>
        <p:spPr>
          <a:xfrm>
            <a:off x="7115177" y="115193"/>
            <a:ext cx="4950618" cy="662761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65C03C-3F17-45DC-A1B9-35ACA4339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15176" y="115193"/>
            <a:ext cx="0" cy="6627614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4A161CC-6DC5-4863-B213-94529D6E0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7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AEE08D-A745-4391-9073-9E99767E0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4539" y="266074"/>
            <a:ext cx="7489662" cy="625218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E862DF0-097D-4BBD-A1A1-35B522C5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59414" y="339746"/>
            <a:ext cx="7203799" cy="6030364"/>
          </a:xfrm>
          <a:custGeom>
            <a:avLst/>
            <a:gdLst>
              <a:gd name="connsiteX0" fmla="*/ 4090459 w 7203799"/>
              <a:gd name="connsiteY0" fmla="*/ 146611 h 6030364"/>
              <a:gd name="connsiteX1" fmla="*/ 2634463 w 7203799"/>
              <a:gd name="connsiteY1" fmla="*/ 392518 h 6030364"/>
              <a:gd name="connsiteX2" fmla="*/ 1340972 w 7203799"/>
              <a:gd name="connsiteY2" fmla="*/ 1068045 h 6030364"/>
              <a:gd name="connsiteX3" fmla="*/ 446301 w 7203799"/>
              <a:gd name="connsiteY3" fmla="*/ 2042135 h 6030364"/>
              <a:gd name="connsiteX4" fmla="*/ 121886 w 7203799"/>
              <a:gd name="connsiteY4" fmla="*/ 3175764 h 6030364"/>
              <a:gd name="connsiteX5" fmla="*/ 658808 w 7203799"/>
              <a:gd name="connsiteY5" fmla="*/ 4228382 h 6030364"/>
              <a:gd name="connsiteX6" fmla="*/ 929352 w 7203799"/>
              <a:gd name="connsiteY6" fmla="*/ 4562487 h 6030364"/>
              <a:gd name="connsiteX7" fmla="*/ 3467971 w 7203799"/>
              <a:gd name="connsiteY7" fmla="*/ 5868460 h 6030364"/>
              <a:gd name="connsiteX8" fmla="*/ 5395115 w 7203799"/>
              <a:gd name="connsiteY8" fmla="*/ 5065016 h 6030364"/>
              <a:gd name="connsiteX9" fmla="*/ 5629645 w 7203799"/>
              <a:gd name="connsiteY9" fmla="*/ 4905476 h 6030364"/>
              <a:gd name="connsiteX10" fmla="*/ 6696345 w 7203799"/>
              <a:gd name="connsiteY10" fmla="*/ 4071455 h 6030364"/>
              <a:gd name="connsiteX11" fmla="*/ 7056622 w 7203799"/>
              <a:gd name="connsiteY11" fmla="*/ 3175764 h 6030364"/>
              <a:gd name="connsiteX12" fmla="*/ 6247816 w 7203799"/>
              <a:gd name="connsiteY12" fmla="*/ 991737 h 6030364"/>
              <a:gd name="connsiteX13" fmla="*/ 5337969 w 7203799"/>
              <a:gd name="connsiteY13" fmla="*/ 375142 h 6030364"/>
              <a:gd name="connsiteX14" fmla="*/ 4090459 w 7203799"/>
              <a:gd name="connsiteY14" fmla="*/ 146611 h 6030364"/>
              <a:gd name="connsiteX15" fmla="*/ 4122552 w 7203799"/>
              <a:gd name="connsiteY15" fmla="*/ 0 h 6030364"/>
              <a:gd name="connsiteX16" fmla="*/ 5418463 w 7203799"/>
              <a:gd name="connsiteY16" fmla="*/ 240852 h 6030364"/>
              <a:gd name="connsiteX17" fmla="*/ 6363612 w 7203799"/>
              <a:gd name="connsiteY17" fmla="*/ 890695 h 6030364"/>
              <a:gd name="connsiteX18" fmla="*/ 7203799 w 7203799"/>
              <a:gd name="connsiteY18" fmla="*/ 3192481 h 6030364"/>
              <a:gd name="connsiteX19" fmla="*/ 6829541 w 7203799"/>
              <a:gd name="connsiteY19" fmla="*/ 4136467 h 6030364"/>
              <a:gd name="connsiteX20" fmla="*/ 5721456 w 7203799"/>
              <a:gd name="connsiteY20" fmla="*/ 5015457 h 6030364"/>
              <a:gd name="connsiteX21" fmla="*/ 5477826 w 7203799"/>
              <a:gd name="connsiteY21" fmla="*/ 5183599 h 6030364"/>
              <a:gd name="connsiteX22" fmla="*/ 3475911 w 7203799"/>
              <a:gd name="connsiteY22" fmla="*/ 6030364 h 6030364"/>
              <a:gd name="connsiteX23" fmla="*/ 838794 w 7203799"/>
              <a:gd name="connsiteY23" fmla="*/ 4653974 h 6030364"/>
              <a:gd name="connsiteX24" fmla="*/ 557754 w 7203799"/>
              <a:gd name="connsiteY24" fmla="*/ 4301854 h 6030364"/>
              <a:gd name="connsiteX25" fmla="*/ 0 w 7203799"/>
              <a:gd name="connsiteY25" fmla="*/ 3192481 h 6030364"/>
              <a:gd name="connsiteX26" fmla="*/ 337002 w 7203799"/>
              <a:gd name="connsiteY26" fmla="*/ 1997729 h 6030364"/>
              <a:gd name="connsiteX27" fmla="*/ 1266386 w 7203799"/>
              <a:gd name="connsiteY27" fmla="*/ 971116 h 6030364"/>
              <a:gd name="connsiteX28" fmla="*/ 2610064 w 7203799"/>
              <a:gd name="connsiteY28" fmla="*/ 259166 h 6030364"/>
              <a:gd name="connsiteX29" fmla="*/ 4122552 w 7203799"/>
              <a:gd name="connsiteY29" fmla="*/ 0 h 603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203799" h="6030364">
                <a:moveTo>
                  <a:pt x="4090459" y="146611"/>
                </a:moveTo>
                <a:cubicBezTo>
                  <a:pt x="3606963" y="146611"/>
                  <a:pt x="3116919" y="229322"/>
                  <a:pt x="2634463" y="392518"/>
                </a:cubicBezTo>
                <a:cubicBezTo>
                  <a:pt x="2164657" y="551144"/>
                  <a:pt x="1717473" y="784767"/>
                  <a:pt x="1340972" y="1068045"/>
                </a:cubicBezTo>
                <a:cubicBezTo>
                  <a:pt x="957924" y="1356158"/>
                  <a:pt x="656874" y="1683987"/>
                  <a:pt x="446301" y="2042135"/>
                </a:cubicBezTo>
                <a:cubicBezTo>
                  <a:pt x="231114" y="2408251"/>
                  <a:pt x="121886" y="2789658"/>
                  <a:pt x="121886" y="3175764"/>
                </a:cubicBezTo>
                <a:cubicBezTo>
                  <a:pt x="121886" y="3564616"/>
                  <a:pt x="296147" y="3791707"/>
                  <a:pt x="658808" y="4228382"/>
                </a:cubicBezTo>
                <a:cubicBezTo>
                  <a:pt x="746310" y="4333697"/>
                  <a:pt x="836791" y="4442668"/>
                  <a:pt x="929352" y="4562487"/>
                </a:cubicBezTo>
                <a:cubicBezTo>
                  <a:pt x="1636666" y="5477909"/>
                  <a:pt x="2395913" y="5868460"/>
                  <a:pt x="3467971" y="5868460"/>
                </a:cubicBezTo>
                <a:cubicBezTo>
                  <a:pt x="4171563" y="5868460"/>
                  <a:pt x="4687799" y="5550298"/>
                  <a:pt x="5395115" y="5065016"/>
                </a:cubicBezTo>
                <a:cubicBezTo>
                  <a:pt x="5474133" y="5010792"/>
                  <a:pt x="5553154" y="4957219"/>
                  <a:pt x="5629645" y="4905476"/>
                </a:cubicBezTo>
                <a:cubicBezTo>
                  <a:pt x="6044240" y="4624684"/>
                  <a:pt x="6435769" y="4359438"/>
                  <a:pt x="6696345" y="4071455"/>
                </a:cubicBezTo>
                <a:cubicBezTo>
                  <a:pt x="6945459" y="3796151"/>
                  <a:pt x="7056622" y="3519931"/>
                  <a:pt x="7056622" y="3175764"/>
                </a:cubicBezTo>
                <a:cubicBezTo>
                  <a:pt x="7056622" y="2313128"/>
                  <a:pt x="6769413" y="1537514"/>
                  <a:pt x="6247816" y="991737"/>
                </a:cubicBezTo>
                <a:cubicBezTo>
                  <a:pt x="5992603" y="724794"/>
                  <a:pt x="5686492" y="517301"/>
                  <a:pt x="5337969" y="375142"/>
                </a:cubicBezTo>
                <a:cubicBezTo>
                  <a:pt x="4966082" y="223571"/>
                  <a:pt x="4546427" y="146611"/>
                  <a:pt x="4090459" y="146611"/>
                </a:cubicBezTo>
                <a:close/>
                <a:moveTo>
                  <a:pt x="4122552" y="0"/>
                </a:moveTo>
                <a:cubicBezTo>
                  <a:pt x="4596209" y="0"/>
                  <a:pt x="5032147" y="81110"/>
                  <a:pt x="5418463" y="240852"/>
                </a:cubicBezTo>
                <a:cubicBezTo>
                  <a:pt x="5780509" y="390677"/>
                  <a:pt x="6098496" y="609358"/>
                  <a:pt x="6363612" y="890695"/>
                </a:cubicBezTo>
                <a:cubicBezTo>
                  <a:pt x="6905445" y="1465899"/>
                  <a:pt x="7203799" y="2283333"/>
                  <a:pt x="7203799" y="3192481"/>
                </a:cubicBezTo>
                <a:cubicBezTo>
                  <a:pt x="7203799" y="3555204"/>
                  <a:pt x="7088321" y="3846319"/>
                  <a:pt x="6829541" y="4136467"/>
                </a:cubicBezTo>
                <a:cubicBezTo>
                  <a:pt x="6558859" y="4439977"/>
                  <a:pt x="6152137" y="4719524"/>
                  <a:pt x="5721456" y="5015457"/>
                </a:cubicBezTo>
                <a:cubicBezTo>
                  <a:pt x="5641997" y="5069990"/>
                  <a:pt x="5559911" y="5126451"/>
                  <a:pt x="5477826" y="5183599"/>
                </a:cubicBezTo>
                <a:cubicBezTo>
                  <a:pt x="4743067" y="5695047"/>
                  <a:pt x="4206801" y="6030364"/>
                  <a:pt x="3475911" y="6030364"/>
                </a:cubicBezTo>
                <a:cubicBezTo>
                  <a:pt x="2362258" y="6030364"/>
                  <a:pt x="1573553" y="5618755"/>
                  <a:pt x="838794" y="4653974"/>
                </a:cubicBezTo>
                <a:cubicBezTo>
                  <a:pt x="742641" y="4527696"/>
                  <a:pt x="648651" y="4412849"/>
                  <a:pt x="557754" y="4301854"/>
                </a:cubicBezTo>
                <a:cubicBezTo>
                  <a:pt x="181022" y="3841635"/>
                  <a:pt x="0" y="3602300"/>
                  <a:pt x="0" y="3192481"/>
                </a:cubicBezTo>
                <a:cubicBezTo>
                  <a:pt x="0" y="2785556"/>
                  <a:pt x="113467" y="2383584"/>
                  <a:pt x="337002" y="1997729"/>
                </a:cubicBezTo>
                <a:cubicBezTo>
                  <a:pt x="555744" y="1620270"/>
                  <a:pt x="868475" y="1274763"/>
                  <a:pt x="1266386" y="971116"/>
                </a:cubicBezTo>
                <a:cubicBezTo>
                  <a:pt x="1657494" y="672565"/>
                  <a:pt x="2122028" y="426344"/>
                  <a:pt x="2610064" y="259166"/>
                </a:cubicBezTo>
                <a:cubicBezTo>
                  <a:pt x="3111237" y="87171"/>
                  <a:pt x="3620296" y="0"/>
                  <a:pt x="4122552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İçerik Yer Tutucusu 3" descr="FOUR ON THE FLOOR: Kenny Clarke plays on the Moon">
            <a:extLst>
              <a:ext uri="{FF2B5EF4-FFF2-40B4-BE49-F238E27FC236}">
                <a16:creationId xmlns:a16="http://schemas.microsoft.com/office/drawing/2014/main" id="{E03FA670-0A5F-366F-16B8-2ED77DC76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38" r="-1" b="-1"/>
          <a:stretch/>
        </p:blipFill>
        <p:spPr>
          <a:xfrm>
            <a:off x="2659414" y="339746"/>
            <a:ext cx="7203799" cy="6030364"/>
          </a:xfrm>
          <a:custGeom>
            <a:avLst/>
            <a:gdLst/>
            <a:ahLst/>
            <a:cxnLst/>
            <a:rect l="l" t="t" r="r" b="b"/>
            <a:pathLst>
              <a:path w="7203799" h="6030364">
                <a:moveTo>
                  <a:pt x="4122552" y="0"/>
                </a:moveTo>
                <a:cubicBezTo>
                  <a:pt x="4596210" y="0"/>
                  <a:pt x="5032147" y="81110"/>
                  <a:pt x="5418463" y="240852"/>
                </a:cubicBezTo>
                <a:cubicBezTo>
                  <a:pt x="5780509" y="390677"/>
                  <a:pt x="6098496" y="609358"/>
                  <a:pt x="6363612" y="890695"/>
                </a:cubicBezTo>
                <a:cubicBezTo>
                  <a:pt x="6905445" y="1465899"/>
                  <a:pt x="7203799" y="2283333"/>
                  <a:pt x="7203799" y="3192481"/>
                </a:cubicBezTo>
                <a:cubicBezTo>
                  <a:pt x="7203799" y="3555204"/>
                  <a:pt x="7088321" y="3846319"/>
                  <a:pt x="6829541" y="4136467"/>
                </a:cubicBezTo>
                <a:cubicBezTo>
                  <a:pt x="6558859" y="4439977"/>
                  <a:pt x="6152137" y="4719524"/>
                  <a:pt x="5721456" y="5015457"/>
                </a:cubicBezTo>
                <a:cubicBezTo>
                  <a:pt x="5641997" y="5069990"/>
                  <a:pt x="5559911" y="5126451"/>
                  <a:pt x="5477826" y="5183599"/>
                </a:cubicBezTo>
                <a:cubicBezTo>
                  <a:pt x="4743068" y="5695047"/>
                  <a:pt x="4206802" y="6030364"/>
                  <a:pt x="3475911" y="6030364"/>
                </a:cubicBezTo>
                <a:cubicBezTo>
                  <a:pt x="2362258" y="6030364"/>
                  <a:pt x="1573553" y="5618755"/>
                  <a:pt x="838794" y="4653974"/>
                </a:cubicBezTo>
                <a:cubicBezTo>
                  <a:pt x="742642" y="4527696"/>
                  <a:pt x="648651" y="4412849"/>
                  <a:pt x="557754" y="4301854"/>
                </a:cubicBezTo>
                <a:cubicBezTo>
                  <a:pt x="181022" y="3841635"/>
                  <a:pt x="0" y="3602300"/>
                  <a:pt x="0" y="3192481"/>
                </a:cubicBezTo>
                <a:cubicBezTo>
                  <a:pt x="0" y="2785556"/>
                  <a:pt x="113467" y="2383585"/>
                  <a:pt x="337003" y="1997729"/>
                </a:cubicBezTo>
                <a:cubicBezTo>
                  <a:pt x="555745" y="1620270"/>
                  <a:pt x="868475" y="1274763"/>
                  <a:pt x="1266386" y="971116"/>
                </a:cubicBezTo>
                <a:cubicBezTo>
                  <a:pt x="1657494" y="672565"/>
                  <a:pt x="2122028" y="426344"/>
                  <a:pt x="2610064" y="259166"/>
                </a:cubicBezTo>
                <a:cubicBezTo>
                  <a:pt x="3111238" y="87171"/>
                  <a:pt x="3620296" y="0"/>
                  <a:pt x="412255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1570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22E654-9AF5-0D1B-4198-177751A8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İçerik Yer Tutucusu 3" descr="Kenny Clarke in the studio 1957. - YouTube">
            <a:extLst>
              <a:ext uri="{FF2B5EF4-FFF2-40B4-BE49-F238E27FC236}">
                <a16:creationId xmlns:a16="http://schemas.microsoft.com/office/drawing/2014/main" id="{B655243A-D593-A494-9B38-67FA13101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41" y="-3688"/>
            <a:ext cx="12182474" cy="6855758"/>
          </a:xfrm>
        </p:spPr>
      </p:pic>
    </p:spTree>
    <p:extLst>
      <p:ext uri="{BB962C8B-B14F-4D97-AF65-F5344CB8AC3E}">
        <p14:creationId xmlns:p14="http://schemas.microsoft.com/office/powerpoint/2010/main" val="3064400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2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80A37E5B-F3DF-6AB3-F279-B67BB10E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Angsana New"/>
                <a:ea typeface="+mj-lt"/>
                <a:cs typeface="+mj-lt"/>
                <a:hlinkClick r:id="rId3"/>
              </a:rPr>
              <a:t>Boperasyon</a:t>
            </a:r>
            <a:r>
              <a:rPr lang="en-US" sz="6600" dirty="0">
                <a:solidFill>
                  <a:schemeClr val="bg1"/>
                </a:solidFill>
                <a:latin typeface="Angsana New"/>
                <a:ea typeface="+mj-lt"/>
                <a:cs typeface="+mj-lt"/>
              </a:rPr>
              <a:t> </a:t>
            </a:r>
            <a:r>
              <a:rPr lang="en-US" sz="6600" err="1">
                <a:solidFill>
                  <a:schemeClr val="bg1"/>
                </a:solidFill>
                <a:latin typeface="Angsana New"/>
                <a:ea typeface="+mj-lt"/>
                <a:cs typeface="+mj-lt"/>
              </a:rPr>
              <a:t>baslasın</a:t>
            </a:r>
            <a:endParaRPr lang="tr-TR" sz="6600" err="1">
              <a:solidFill>
                <a:schemeClr val="bg1"/>
              </a:solidFill>
              <a:latin typeface="Angsana New"/>
              <a:ea typeface="+mj-lt"/>
              <a:cs typeface="+mj-lt"/>
            </a:endParaRPr>
          </a:p>
          <a:p>
            <a:endParaRPr lang="en-US" sz="7200" kern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828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Ofis Teması</vt:lpstr>
      <vt:lpstr>PowerPoint Sunusu</vt:lpstr>
      <vt:lpstr>Dizzy Gillespie </vt:lpstr>
      <vt:lpstr>PowerPoint Sunusu</vt:lpstr>
      <vt:lpstr>Charlie Parker</vt:lpstr>
      <vt:lpstr>PowerPoint Sunusu</vt:lpstr>
      <vt:lpstr>Kenny Clarke</vt:lpstr>
      <vt:lpstr>PowerPoint Sunusu</vt:lpstr>
      <vt:lpstr>PowerPoint Sunusu</vt:lpstr>
      <vt:lpstr>Boperasyon baslasın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91</cp:revision>
  <dcterms:created xsi:type="dcterms:W3CDTF">2025-01-08T13:03:27Z</dcterms:created>
  <dcterms:modified xsi:type="dcterms:W3CDTF">2025-01-08T13:40:20Z</dcterms:modified>
</cp:coreProperties>
</file>